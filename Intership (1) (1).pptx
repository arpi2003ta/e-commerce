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embeddedFontLst>
    <p:embeddedFont>
      <p:font typeface="VRHLEB+ArialMT"/>
      <p:regular r:id="rId13"/>
    </p:embeddedFont>
    <p:embeddedFont>
      <p:font typeface="SCIQJH+Arial-BoldMT"/>
      <p:regular r:id="rId14"/>
    </p:embeddedFont>
    <p:embeddedFont>
      <p:font typeface="FSEEPH+Calibri-Light,Bold"/>
      <p:regular r:id="rId15"/>
    </p:embeddedFont>
    <p:embeddedFont>
      <p:font typeface="LKPKUD+Calibri-Light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font" Target="fonts/font1.fntdata" /><Relationship Id="rId14" Type="http://schemas.openxmlformats.org/officeDocument/2006/relationships/font" Target="fonts/font2.fntdata" /><Relationship Id="rId15" Type="http://schemas.openxmlformats.org/officeDocument/2006/relationships/font" Target="fonts/font3.fntdata" /><Relationship Id="rId16" Type="http://schemas.openxmlformats.org/officeDocument/2006/relationships/font" Target="fonts/font4.fntdata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684095" y="916960"/>
            <a:ext cx="7498093" cy="15495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01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>
                <a:solidFill>
                  <a:srgbClr val="ebebeb"/>
                </a:solidFill>
                <a:latin typeface="VRHLEB+ArialMT"/>
                <a:cs typeface="VRHLEB+ArialMT"/>
              </a:rPr>
              <a:t>“E-Commerce</a:t>
            </a:r>
            <a:r>
              <a:rPr dirty="0" sz="4800">
                <a:solidFill>
                  <a:srgbClr val="ebebeb"/>
                </a:solidFill>
                <a:latin typeface="VRHLEB+ArialMT"/>
                <a:cs typeface="VRHLEB+ArialMT"/>
              </a:rPr>
              <a:t> </a:t>
            </a:r>
            <a:r>
              <a:rPr dirty="0" sz="4800">
                <a:solidFill>
                  <a:srgbClr val="ebebeb"/>
                </a:solidFill>
                <a:latin typeface="VRHLEB+ArialMT"/>
                <a:cs typeface="VRHLEB+ArialMT"/>
              </a:rPr>
              <a:t>Website</a:t>
            </a:r>
            <a:r>
              <a:rPr dirty="0" sz="4800" spc="-27">
                <a:solidFill>
                  <a:srgbClr val="ebebeb"/>
                </a:solidFill>
                <a:latin typeface="VRHLEB+ArialMT"/>
                <a:cs typeface="VRHLEB+ArialMT"/>
              </a:rPr>
              <a:t> </a:t>
            </a:r>
            <a:r>
              <a:rPr dirty="0" sz="4800">
                <a:solidFill>
                  <a:srgbClr val="ebebeb"/>
                </a:solidFill>
                <a:latin typeface="VRHLEB+ArialMT"/>
                <a:cs typeface="VRHLEB+ArialMT"/>
              </a:rPr>
              <a:t>”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4068" y="2103826"/>
            <a:ext cx="1540494" cy="5810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11">
                <a:solidFill>
                  <a:srgbClr val="ffffff"/>
                </a:solidFill>
                <a:latin typeface="Calibri"/>
                <a:cs typeface="Calibri"/>
              </a:rPr>
              <a:t>Presented</a:t>
            </a:r>
            <a:r>
              <a:rPr dirty="0" sz="1800" spc="-88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7">
                <a:solidFill>
                  <a:srgbClr val="ffffff"/>
                </a:solidFill>
                <a:latin typeface="Calibri"/>
                <a:cs typeface="Calibri"/>
              </a:rPr>
              <a:t>By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96640" y="2850754"/>
            <a:ext cx="677316" cy="387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 b="1">
                <a:solidFill>
                  <a:srgbClr val="ffffff"/>
                </a:solidFill>
                <a:latin typeface="SCIQJH+Arial-BoldMT"/>
                <a:cs typeface="SCIQJH+Arial-BoldMT"/>
              </a:rPr>
              <a:t>NAME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37948" y="2850754"/>
            <a:ext cx="1545197" cy="387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ffff"/>
                </a:solidFill>
                <a:latin typeface="SCIQJH+Arial-BoldMT"/>
                <a:cs typeface="SCIQJH+Arial-BoldMT"/>
              </a:rPr>
              <a:t>Autonomy</a:t>
            </a:r>
            <a:r>
              <a:rPr dirty="0" sz="1200" spc="-41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1200" b="1">
                <a:solidFill>
                  <a:srgbClr val="ffffff"/>
                </a:solidFill>
                <a:latin typeface="SCIQJH+Arial-BoldMT"/>
                <a:cs typeface="SCIQJH+Arial-BoldMT"/>
              </a:rPr>
              <a:t>Roll</a:t>
            </a:r>
            <a:r>
              <a:rPr dirty="0" sz="1200" spc="-24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SCIQJH+Arial-BoldMT"/>
                <a:cs typeface="SCIQJH+Arial-BoldMT"/>
              </a:rPr>
              <a:t>No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596640" y="3070464"/>
            <a:ext cx="990318" cy="387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000000"/>
                </a:solidFill>
                <a:latin typeface="VRHLEB+ArialMT"/>
                <a:cs typeface="VRHLEB+ArialMT"/>
              </a:rPr>
              <a:t>Arpita</a:t>
            </a:r>
            <a:r>
              <a:rPr dirty="0" sz="1200">
                <a:solidFill>
                  <a:srgbClr val="000000"/>
                </a:solidFill>
                <a:latin typeface="VRHLEB+ArialMT"/>
                <a:cs typeface="VRHLEB+ArialMT"/>
              </a:rPr>
              <a:t> </a:t>
            </a:r>
            <a:r>
              <a:rPr dirty="0" sz="1200">
                <a:solidFill>
                  <a:srgbClr val="000000"/>
                </a:solidFill>
                <a:latin typeface="VRHLEB+ArialMT"/>
                <a:cs typeface="VRHLEB+ArialMT"/>
              </a:rPr>
              <a:t>Nath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37948" y="3070464"/>
            <a:ext cx="1160933" cy="3873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000000"/>
                </a:solidFill>
                <a:latin typeface="VRHLEB+ArialMT"/>
                <a:cs typeface="VRHLEB+ArialMT"/>
              </a:rPr>
              <a:t>12622001035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721121" y="4033260"/>
            <a:ext cx="5520974" cy="5810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51">
                <a:solidFill>
                  <a:srgbClr val="ffffff"/>
                </a:solidFill>
                <a:latin typeface="Calibri"/>
                <a:cs typeface="Calibri"/>
              </a:rPr>
              <a:t>Internship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1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1800" spc="-5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34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800" spc="-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1">
                <a:solidFill>
                  <a:srgbClr val="ffffff"/>
                </a:solidFill>
                <a:latin typeface="Calibri"/>
                <a:cs typeface="Calibri"/>
              </a:rPr>
              <a:t>B.TECH</a:t>
            </a:r>
            <a:r>
              <a:rPr dirty="0" sz="1800" spc="-233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r>
              <a:rPr dirty="0" sz="1800" spc="-56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2022-2026</a:t>
            </a:r>
            <a:r>
              <a:rPr dirty="0" sz="1800" spc="-2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1">
                <a:solidFill>
                  <a:srgbClr val="ffffff"/>
                </a:solidFill>
                <a:latin typeface="Calibri"/>
                <a:cs typeface="Calibri"/>
              </a:rPr>
              <a:t>Batch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41161" y="4353392"/>
            <a:ext cx="2450884" cy="1216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12884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Guided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7">
                <a:solidFill>
                  <a:srgbClr val="ffffff"/>
                </a:solidFill>
                <a:latin typeface="Calibri"/>
                <a:cs typeface="Calibri"/>
              </a:rPr>
              <a:t>By</a:t>
            </a:r>
          </a:p>
          <a:p>
            <a:pPr marL="0" marR="0">
              <a:lnSpc>
                <a:spcPts val="1875"/>
              </a:lnSpc>
              <a:spcBef>
                <a:spcPts val="613"/>
              </a:spcBef>
              <a:spcAft>
                <a:spcPts val="0"/>
              </a:spcAft>
            </a:pPr>
            <a:r>
              <a:rPr dirty="0" sz="1800" spc="-27">
                <a:solidFill>
                  <a:srgbClr val="ffffff"/>
                </a:solidFill>
                <a:latin typeface="Calibri"/>
                <a:cs typeface="Calibri"/>
              </a:rPr>
              <a:t>Mr.</a:t>
            </a:r>
            <a:r>
              <a:rPr dirty="0" sz="1800" spc="-47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Sourav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Goswami</a:t>
            </a:r>
          </a:p>
          <a:p>
            <a:pPr marL="908458" marR="0">
              <a:lnSpc>
                <a:spcPts val="1875"/>
              </a:lnSpc>
              <a:spcBef>
                <a:spcPts val="584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44564" y="5300730"/>
            <a:ext cx="6105201" cy="8554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CLOUD-BASED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STACK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ML</a:t>
            </a:r>
          </a:p>
          <a:p>
            <a:pPr marL="1362800" marR="0">
              <a:lnSpc>
                <a:spcPts val="1875"/>
              </a:lnSpc>
              <a:spcBef>
                <a:spcPts val="234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INTEGRATION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MERN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18514" y="6205894"/>
            <a:ext cx="3226667" cy="5810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Ardent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Computech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Pvt.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Ltd.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77239" y="1014943"/>
            <a:ext cx="5917711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12">
                <a:solidFill>
                  <a:srgbClr val="ffffff"/>
                </a:solidFill>
                <a:latin typeface="FSEEPH+Calibri-Light,Bold"/>
                <a:cs typeface="FSEEPH+Calibri-Light,Bold"/>
              </a:rPr>
              <a:t>PROBLEM</a:t>
            </a:r>
            <a:r>
              <a:rPr dirty="0" sz="4400" spc="-116">
                <a:solidFill>
                  <a:srgbClr val="ffffff"/>
                </a:solidFill>
                <a:latin typeface="FSEEPH+Calibri-Light,Bold"/>
                <a:cs typeface="FSEEPH+Calibri-Light,Bold"/>
              </a:rPr>
              <a:t> </a:t>
            </a:r>
            <a:r>
              <a:rPr dirty="0" sz="4400" spc="-12">
                <a:solidFill>
                  <a:srgbClr val="ffffff"/>
                </a:solidFill>
                <a:latin typeface="FSEEPH+Calibri-Light,Bold"/>
                <a:cs typeface="FSEEPH+Calibri-Light,Bold"/>
              </a:rPr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40739" y="2379405"/>
            <a:ext cx="11424903" cy="1255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The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Commerce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platform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is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full-featured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e-commerce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solution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designed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to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offer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</a:t>
            </a:r>
          </a:p>
          <a:p>
            <a:pPr marL="0" marR="0">
              <a:lnSpc>
                <a:spcPts val="2083"/>
              </a:lnSpc>
              <a:spcBef>
                <a:spcPts val="316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seamless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digital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shopping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experience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for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consumers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and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streamlined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management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tools</a:t>
            </a:r>
          </a:p>
          <a:p>
            <a:pPr marL="0" marR="0">
              <a:lnSpc>
                <a:spcPts val="2083"/>
              </a:lnSpc>
              <a:spcBef>
                <a:spcPts val="316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for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administrators.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0739" y="3624006"/>
            <a:ext cx="11341946" cy="12552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8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The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primary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objective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of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Commerce</a:t>
            </a:r>
            <a:r>
              <a:rPr dirty="0" sz="20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is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to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enable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users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to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browse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products,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manage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</a:t>
            </a:r>
          </a:p>
          <a:p>
            <a:pPr marL="0" marR="0">
              <a:lnSpc>
                <a:spcPts val="2083"/>
              </a:lnSpc>
              <a:spcBef>
                <a:spcPts val="316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cart,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place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orders,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and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complete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secure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payments—while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offering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sellers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a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user-friendly</a:t>
            </a:r>
          </a:p>
          <a:p>
            <a:pPr marL="0" marR="0">
              <a:lnSpc>
                <a:spcPts val="2083"/>
              </a:lnSpc>
              <a:spcBef>
                <a:spcPts val="316"/>
              </a:spcBef>
              <a:spcAft>
                <a:spcPts val="0"/>
              </a:spcAft>
            </a:pP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interface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2000">
                <a:solidFill>
                  <a:srgbClr val="ffffff"/>
                </a:solidFill>
                <a:latin typeface="VRHLEB+ArialMT"/>
                <a:cs typeface="VRHLEB+ArialM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0835" y="639309"/>
            <a:ext cx="7152133" cy="20910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ffffff"/>
                </a:solidFill>
                <a:latin typeface="LKPKUD+Calibri-Light"/>
                <a:cs typeface="LKPKUD+Calibri-Light"/>
              </a:rPr>
              <a:t>HARDWARE</a:t>
            </a:r>
            <a:r>
              <a:rPr dirty="0" sz="4400" spc="-356">
                <a:solidFill>
                  <a:srgbClr val="ffffff"/>
                </a:solidFill>
                <a:latin typeface="LKPKUD+Calibri-Light"/>
                <a:cs typeface="LKPKUD+Calibri-Light"/>
              </a:rPr>
              <a:t> </a:t>
            </a:r>
            <a:r>
              <a:rPr dirty="0" sz="4400">
                <a:solidFill>
                  <a:srgbClr val="ffffff"/>
                </a:solidFill>
                <a:latin typeface="LKPKUD+Calibri-Light"/>
                <a:cs typeface="LKPKUD+Calibri-Light"/>
              </a:rPr>
              <a:t>AND</a:t>
            </a:r>
          </a:p>
          <a:p>
            <a:pPr marL="0" marR="0">
              <a:lnSpc>
                <a:spcPts val="4584"/>
              </a:lnSpc>
              <a:spcBef>
                <a:spcPts val="695"/>
              </a:spcBef>
              <a:spcAft>
                <a:spcPts val="0"/>
              </a:spcAft>
            </a:pPr>
            <a:r>
              <a:rPr dirty="0" sz="4400">
                <a:solidFill>
                  <a:srgbClr val="ffffff"/>
                </a:solidFill>
                <a:latin typeface="LKPKUD+Calibri-Light"/>
                <a:cs typeface="LKPKUD+Calibri-Light"/>
              </a:rPr>
              <a:t>SOFTWARE</a:t>
            </a:r>
            <a:r>
              <a:rPr dirty="0" sz="4400" spc="-322">
                <a:solidFill>
                  <a:srgbClr val="ffffff"/>
                </a:solidFill>
                <a:latin typeface="LKPKUD+Calibri-Light"/>
                <a:cs typeface="LKPKUD+Calibri-Light"/>
              </a:rPr>
              <a:t> </a:t>
            </a:r>
            <a:r>
              <a:rPr dirty="0" sz="4400" spc="-12">
                <a:solidFill>
                  <a:srgbClr val="ffffff"/>
                </a:solidFill>
                <a:latin typeface="LKPKUD+Calibri-Light"/>
                <a:cs typeface="LKPKUD+Calibri-Light"/>
              </a:rPr>
              <a:t>REQUIREMENTS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3134" y="2601223"/>
            <a:ext cx="6448952" cy="16799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Scalability</a:t>
            </a: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&amp;</a:t>
            </a: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Security:</a:t>
            </a:r>
          </a:p>
          <a:p>
            <a:pPr marL="0" marR="0">
              <a:lnSpc>
                <a:spcPts val="1927"/>
              </a:lnSpc>
              <a:spcBef>
                <a:spcPts val="242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Cloud-based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for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global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access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and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high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concurrency</a:t>
            </a:r>
          </a:p>
          <a:p>
            <a:pPr marL="0" marR="0">
              <a:lnSpc>
                <a:spcPts val="192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Secure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payments</a:t>
            </a:r>
          </a:p>
          <a:p>
            <a:pPr marL="0" marR="0">
              <a:lnSpc>
                <a:spcPts val="192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Role-based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access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control</a:t>
            </a:r>
          </a:p>
          <a:p>
            <a:pPr marL="0" marR="0">
              <a:lnSpc>
                <a:spcPts val="1927"/>
              </a:lnSpc>
              <a:spcBef>
                <a:spcPts val="232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Data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encryption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and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backup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for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safety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39" y="4800863"/>
            <a:ext cx="3337127" cy="1131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Future</a:t>
            </a: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 </a:t>
            </a:r>
            <a:r>
              <a:rPr dirty="0" sz="1800" b="1">
                <a:solidFill>
                  <a:srgbClr val="ffffff"/>
                </a:solidFill>
                <a:latin typeface="SCIQJH+Arial-BoldMT"/>
                <a:cs typeface="SCIQJH+Arial-BoldMT"/>
              </a:rPr>
              <a:t>Scopes:</a:t>
            </a:r>
          </a:p>
          <a:p>
            <a:pPr marL="0" marR="0">
              <a:lnSpc>
                <a:spcPts val="1927"/>
              </a:lnSpc>
              <a:spcBef>
                <a:spcPts val="242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Recommendation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System</a:t>
            </a:r>
          </a:p>
          <a:p>
            <a:pPr marL="0" marR="0">
              <a:lnSpc>
                <a:spcPts val="1927"/>
              </a:lnSpc>
              <a:spcBef>
                <a:spcPts val="282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AR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View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39" y="5618503"/>
            <a:ext cx="1924497" cy="5885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850">
                <a:solidFill>
                  <a:srgbClr val="ffffff"/>
                </a:solidFill>
                <a:latin typeface="VRHLEB+ArialMT"/>
                <a:cs typeface="VRHLEB+ArialMT"/>
              </a:rPr>
              <a:t>•</a:t>
            </a:r>
            <a:r>
              <a:rPr dirty="0" sz="1850" spc="1088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Offline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Mode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2040" y="628959"/>
            <a:ext cx="7596776" cy="12913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167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0">
                <a:solidFill>
                  <a:srgbClr val="ebebeb"/>
                </a:solidFill>
                <a:latin typeface="FSEEPH+Calibri-Light,Bold"/>
                <a:cs typeface="FSEEPH+Calibri-Light,Bold"/>
              </a:rPr>
              <a:t>PRODUCT</a:t>
            </a:r>
            <a:r>
              <a:rPr dirty="0" sz="4000" spc="-95">
                <a:solidFill>
                  <a:srgbClr val="ebebeb"/>
                </a:solidFill>
                <a:latin typeface="FSEEPH+Calibri-Light,Bold"/>
                <a:cs typeface="FSEEPH+Calibri-Light,Bold"/>
              </a:rPr>
              <a:t> </a:t>
            </a:r>
            <a:r>
              <a:rPr dirty="0" sz="4000">
                <a:solidFill>
                  <a:srgbClr val="ebebeb"/>
                </a:solidFill>
                <a:latin typeface="FSEEPH+Calibri-Light,Bold"/>
                <a:cs typeface="FSEEPH+Calibri-Light,Bold"/>
              </a:rPr>
              <a:t>OVERVIEW</a:t>
            </a:r>
            <a:r>
              <a:rPr dirty="0" sz="4000" spc="806">
                <a:solidFill>
                  <a:srgbClr val="ebebeb"/>
                </a:solidFill>
                <a:latin typeface="FSEEPH+Calibri-Light,Bold"/>
                <a:cs typeface="FSEEPH+Calibri-Light,Bold"/>
              </a:rPr>
              <a:t> </a:t>
            </a:r>
            <a:r>
              <a:rPr dirty="0" sz="4000">
                <a:solidFill>
                  <a:srgbClr val="ebebeb"/>
                </a:solidFill>
                <a:latin typeface="FSEEPH+Calibri-Light,Bold"/>
                <a:cs typeface="FSEEPH+Calibri-Light,Bold"/>
              </a:rPr>
              <a:t>DIAGRAM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7551" y="553261"/>
            <a:ext cx="7876206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DEMO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 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VIDEO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 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OF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 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THE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 </a:t>
            </a:r>
            <a:r>
              <a:rPr dirty="0" sz="4400">
                <a:solidFill>
                  <a:srgbClr val="ebebeb"/>
                </a:solidFill>
                <a:latin typeface="LKPKUD+Calibri-Light"/>
                <a:cs typeface="LKPKUD+Calibri-Light"/>
              </a:rPr>
              <a:t>PROJECT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7946" y="729240"/>
            <a:ext cx="4657303" cy="14204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84"/>
              </a:lnSpc>
              <a:spcBef>
                <a:spcPts val="0"/>
              </a:spcBef>
              <a:spcAft>
                <a:spcPts val="0"/>
              </a:spcAft>
            </a:pPr>
            <a:r>
              <a:rPr dirty="0" sz="4400" spc="-13">
                <a:solidFill>
                  <a:srgbClr val="ebebeb"/>
                </a:solidFill>
                <a:latin typeface="VRHLEB+ArialMT"/>
                <a:cs typeface="VRHLEB+ArialMT"/>
              </a:rPr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3040" y="2210064"/>
            <a:ext cx="1383717" cy="5810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Git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Repo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-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3040" y="2758703"/>
            <a:ext cx="1854176" cy="1129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Deployed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link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-</a:t>
            </a:r>
          </a:p>
          <a:p>
            <a:pPr marL="0" marR="0">
              <a:lnSpc>
                <a:spcPts val="1875"/>
              </a:lnSpc>
              <a:spcBef>
                <a:spcPts val="2444"/>
              </a:spcBef>
              <a:spcAft>
                <a:spcPts val="0"/>
              </a:spcAft>
            </a:pP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Youtube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link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 </a:t>
            </a:r>
            <a:r>
              <a:rPr dirty="0" sz="1800">
                <a:solidFill>
                  <a:srgbClr val="ffffff"/>
                </a:solidFill>
                <a:latin typeface="VRHLEB+ArialMT"/>
                <a:cs typeface="VRHLEB+ArialMT"/>
              </a:rP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80435" y="2626146"/>
            <a:ext cx="6436550" cy="4799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52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100" spc="47" b="1">
                <a:solidFill>
                  <a:srgbClr val="1e5155"/>
                </a:solidFill>
                <a:latin typeface="SCIQJH+Arial-BoldMT"/>
                <a:cs typeface="SCIQJH+Arial-BoldMT"/>
              </a:rPr>
              <a:t>THANK</a:t>
            </a:r>
          </a:p>
          <a:p>
            <a:pPr marL="0" marR="0">
              <a:lnSpc>
                <a:spcPts val="10524"/>
              </a:lnSpc>
              <a:spcBef>
                <a:spcPts val="1595"/>
              </a:spcBef>
              <a:spcAft>
                <a:spcPts val="0"/>
              </a:spcAft>
            </a:pPr>
            <a:r>
              <a:rPr dirty="0" sz="10100" spc="41" b="1">
                <a:solidFill>
                  <a:srgbClr val="1e5155"/>
                </a:solidFill>
                <a:latin typeface="SCIQJH+Arial-BoldMT"/>
                <a:cs typeface="SCIQJH+Arial-BoldM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pdfcandle</dc:creator>
  <cp:lastModifiedBy>pdfcandle</cp:lastModifiedBy>
  <cp:revision>1</cp:revision>
  <dcterms:modified xsi:type="dcterms:W3CDTF">2025-11-17T21:00:44-07:00</dcterms:modified>
</cp:coreProperties>
</file>